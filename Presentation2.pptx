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1" r:id="rId6"/>
    <p:sldId id="265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6BF6EE-ED42-4F09-8D72-F4208491F425}" v="6" dt="2026-02-20T16:40:29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 Chimariya" userId="edbd90b31bedb0bc" providerId="LiveId" clId="{F5414D1F-49C1-4B77-8B2F-E68061972F26}"/>
    <pc:docChg chg="undo custSel addSld delSld modSld sldOrd">
      <pc:chgData name="Ram Chimariya" userId="edbd90b31bedb0bc" providerId="LiveId" clId="{F5414D1F-49C1-4B77-8B2F-E68061972F26}" dt="2026-02-20T16:41:36.590" v="209" actId="14100"/>
      <pc:docMkLst>
        <pc:docMk/>
      </pc:docMkLst>
      <pc:sldChg chg="del">
        <pc:chgData name="Ram Chimariya" userId="edbd90b31bedb0bc" providerId="LiveId" clId="{F5414D1F-49C1-4B77-8B2F-E68061972F26}" dt="2026-02-20T16:17:50.004" v="5" actId="47"/>
        <pc:sldMkLst>
          <pc:docMk/>
          <pc:sldMk cId="3794978789" sldId="256"/>
        </pc:sldMkLst>
      </pc:sldChg>
      <pc:sldChg chg="addSp modSp mod ord">
        <pc:chgData name="Ram Chimariya" userId="edbd90b31bedb0bc" providerId="LiveId" clId="{F5414D1F-49C1-4B77-8B2F-E68061972F26}" dt="2026-02-20T16:31:34.943" v="152"/>
        <pc:sldMkLst>
          <pc:docMk/>
          <pc:sldMk cId="1672334541" sldId="257"/>
        </pc:sldMkLst>
        <pc:picChg chg="add mod">
          <ac:chgData name="Ram Chimariya" userId="edbd90b31bedb0bc" providerId="LiveId" clId="{F5414D1F-49C1-4B77-8B2F-E68061972F26}" dt="2026-02-20T16:27:19.912" v="138" actId="14100"/>
          <ac:picMkLst>
            <pc:docMk/>
            <pc:sldMk cId="1672334541" sldId="257"/>
            <ac:picMk id="4" creationId="{414095EB-4A94-1436-A65D-537DA151DCC3}"/>
          </ac:picMkLst>
        </pc:picChg>
      </pc:sldChg>
      <pc:sldChg chg="addSp modSp mod">
        <pc:chgData name="Ram Chimariya" userId="edbd90b31bedb0bc" providerId="LiveId" clId="{F5414D1F-49C1-4B77-8B2F-E68061972F26}" dt="2026-02-20T16:34:08.526" v="175" actId="14100"/>
        <pc:sldMkLst>
          <pc:docMk/>
          <pc:sldMk cId="314373640" sldId="258"/>
        </pc:sldMkLst>
        <pc:picChg chg="add mod">
          <ac:chgData name="Ram Chimariya" userId="edbd90b31bedb0bc" providerId="LiveId" clId="{F5414D1F-49C1-4B77-8B2F-E68061972F26}" dt="2026-02-20T16:34:08.526" v="175" actId="14100"/>
          <ac:picMkLst>
            <pc:docMk/>
            <pc:sldMk cId="314373640" sldId="258"/>
            <ac:picMk id="4" creationId="{DE05B957-6B28-DDD9-FBC4-EDC11121DBE1}"/>
          </ac:picMkLst>
        </pc:picChg>
      </pc:sldChg>
      <pc:sldChg chg="addSp delSp modSp mod">
        <pc:chgData name="Ram Chimariya" userId="edbd90b31bedb0bc" providerId="LiveId" clId="{F5414D1F-49C1-4B77-8B2F-E68061972F26}" dt="2026-02-20T16:33:35.855" v="171" actId="14100"/>
        <pc:sldMkLst>
          <pc:docMk/>
          <pc:sldMk cId="2182767469" sldId="259"/>
        </pc:sldMkLst>
        <pc:picChg chg="add del mod modCrop">
          <ac:chgData name="Ram Chimariya" userId="edbd90b31bedb0bc" providerId="LiveId" clId="{F5414D1F-49C1-4B77-8B2F-E68061972F26}" dt="2026-02-20T16:32:52.910" v="164" actId="21"/>
          <ac:picMkLst>
            <pc:docMk/>
            <pc:sldMk cId="2182767469" sldId="259"/>
            <ac:picMk id="4" creationId="{B845159E-4795-AF3C-7C37-E9243612AF70}"/>
          </ac:picMkLst>
        </pc:picChg>
        <pc:picChg chg="add mod modCrop">
          <ac:chgData name="Ram Chimariya" userId="edbd90b31bedb0bc" providerId="LiveId" clId="{F5414D1F-49C1-4B77-8B2F-E68061972F26}" dt="2026-02-20T16:33:35.855" v="171" actId="14100"/>
          <ac:picMkLst>
            <pc:docMk/>
            <pc:sldMk cId="2182767469" sldId="259"/>
            <ac:picMk id="6" creationId="{1B077252-8821-87C7-F236-F80DE79B61A9}"/>
          </ac:picMkLst>
        </pc:picChg>
      </pc:sldChg>
      <pc:sldChg chg="del">
        <pc:chgData name="Ram Chimariya" userId="edbd90b31bedb0bc" providerId="LiveId" clId="{F5414D1F-49C1-4B77-8B2F-E68061972F26}" dt="2026-02-20T16:17:23.009" v="2" actId="2696"/>
        <pc:sldMkLst>
          <pc:docMk/>
          <pc:sldMk cId="1622228487" sldId="260"/>
        </pc:sldMkLst>
      </pc:sldChg>
      <pc:sldChg chg="del">
        <pc:chgData name="Ram Chimariya" userId="edbd90b31bedb0bc" providerId="LiveId" clId="{F5414D1F-49C1-4B77-8B2F-E68061972F26}" dt="2026-02-20T16:17:09.533" v="1" actId="2696"/>
        <pc:sldMkLst>
          <pc:docMk/>
          <pc:sldMk cId="2830815082" sldId="262"/>
        </pc:sldMkLst>
      </pc:sldChg>
      <pc:sldChg chg="del">
        <pc:chgData name="Ram Chimariya" userId="edbd90b31bedb0bc" providerId="LiveId" clId="{F5414D1F-49C1-4B77-8B2F-E68061972F26}" dt="2026-02-20T16:17:35.606" v="4" actId="2696"/>
        <pc:sldMkLst>
          <pc:docMk/>
          <pc:sldMk cId="1502514337" sldId="263"/>
        </pc:sldMkLst>
      </pc:sldChg>
      <pc:sldChg chg="modSp del mod">
        <pc:chgData name="Ram Chimariya" userId="edbd90b31bedb0bc" providerId="LiveId" clId="{F5414D1F-49C1-4B77-8B2F-E68061972F26}" dt="2026-02-20T16:17:29.814" v="3" actId="2696"/>
        <pc:sldMkLst>
          <pc:docMk/>
          <pc:sldMk cId="4017992912" sldId="264"/>
        </pc:sldMkLst>
        <pc:picChg chg="mod">
          <ac:chgData name="Ram Chimariya" userId="edbd90b31bedb0bc" providerId="LiveId" clId="{F5414D1F-49C1-4B77-8B2F-E68061972F26}" dt="2026-02-20T16:16:11.572" v="0" actId="14100"/>
          <ac:picMkLst>
            <pc:docMk/>
            <pc:sldMk cId="4017992912" sldId="264"/>
            <ac:picMk id="3" creationId="{9F3513D4-0CFB-F783-C798-6446306309B7}"/>
          </ac:picMkLst>
        </pc:picChg>
      </pc:sldChg>
      <pc:sldChg chg="addSp modSp mod">
        <pc:chgData name="Ram Chimariya" userId="edbd90b31bedb0bc" providerId="LiveId" clId="{F5414D1F-49C1-4B77-8B2F-E68061972F26}" dt="2026-02-20T16:35:52.023" v="185" actId="14100"/>
        <pc:sldMkLst>
          <pc:docMk/>
          <pc:sldMk cId="3805259552" sldId="265"/>
        </pc:sldMkLst>
        <pc:picChg chg="add mod modCrop">
          <ac:chgData name="Ram Chimariya" userId="edbd90b31bedb0bc" providerId="LiveId" clId="{F5414D1F-49C1-4B77-8B2F-E68061972F26}" dt="2026-02-20T16:35:52.023" v="185" actId="14100"/>
          <ac:picMkLst>
            <pc:docMk/>
            <pc:sldMk cId="3805259552" sldId="265"/>
            <ac:picMk id="4" creationId="{AD1D107C-5E2D-C611-24BE-93E5AC8BB98A}"/>
          </ac:picMkLst>
        </pc:picChg>
      </pc:sldChg>
      <pc:sldChg chg="addSp delSp modSp new mod ord">
        <pc:chgData name="Ram Chimariya" userId="edbd90b31bedb0bc" providerId="LiveId" clId="{F5414D1F-49C1-4B77-8B2F-E68061972F26}" dt="2026-02-20T16:31:37.215" v="154"/>
        <pc:sldMkLst>
          <pc:docMk/>
          <pc:sldMk cId="1675338404" sldId="266"/>
        </pc:sldMkLst>
        <pc:spChg chg="add mod">
          <ac:chgData name="Ram Chimariya" userId="edbd90b31bedb0bc" providerId="LiveId" clId="{F5414D1F-49C1-4B77-8B2F-E68061972F26}" dt="2026-02-20T16:23:24.240" v="48" actId="1076"/>
          <ac:spMkLst>
            <pc:docMk/>
            <pc:sldMk cId="1675338404" sldId="266"/>
            <ac:spMk id="4" creationId="{06305077-7702-DFA7-933A-EC6D2CA004CE}"/>
          </ac:spMkLst>
        </pc:spChg>
        <pc:spChg chg="add del mod">
          <ac:chgData name="Ram Chimariya" userId="edbd90b31bedb0bc" providerId="LiveId" clId="{F5414D1F-49C1-4B77-8B2F-E68061972F26}" dt="2026-02-20T16:23:50.375" v="51"/>
          <ac:spMkLst>
            <pc:docMk/>
            <pc:sldMk cId="1675338404" sldId="266"/>
            <ac:spMk id="5" creationId="{5AC567EC-BF71-1A80-DAA0-1961644858F9}"/>
          </ac:spMkLst>
        </pc:spChg>
        <pc:spChg chg="add mod">
          <ac:chgData name="Ram Chimariya" userId="edbd90b31bedb0bc" providerId="LiveId" clId="{F5414D1F-49C1-4B77-8B2F-E68061972F26}" dt="2026-02-20T16:25:09.707" v="91"/>
          <ac:spMkLst>
            <pc:docMk/>
            <pc:sldMk cId="1675338404" sldId="266"/>
            <ac:spMk id="6" creationId="{E07D413C-356A-CE79-5C30-966B9719E7EE}"/>
          </ac:spMkLst>
        </pc:spChg>
        <pc:spChg chg="add mod">
          <ac:chgData name="Ram Chimariya" userId="edbd90b31bedb0bc" providerId="LiveId" clId="{F5414D1F-49C1-4B77-8B2F-E68061972F26}" dt="2026-02-20T16:26:38.237" v="134" actId="20577"/>
          <ac:spMkLst>
            <pc:docMk/>
            <pc:sldMk cId="1675338404" sldId="266"/>
            <ac:spMk id="7" creationId="{CF52F6B6-F781-037D-54E2-3D5A1C1EA3A7}"/>
          </ac:spMkLst>
        </pc:spChg>
        <pc:picChg chg="add mod">
          <ac:chgData name="Ram Chimariya" userId="edbd90b31bedb0bc" providerId="LiveId" clId="{F5414D1F-49C1-4B77-8B2F-E68061972F26}" dt="2026-02-20T16:18:34.330" v="10" actId="1076"/>
          <ac:picMkLst>
            <pc:docMk/>
            <pc:sldMk cId="1675338404" sldId="266"/>
            <ac:picMk id="3" creationId="{5319DFD8-F57B-CC2D-F780-4B6734B26CE4}"/>
          </ac:picMkLst>
        </pc:picChg>
      </pc:sldChg>
      <pc:sldChg chg="addSp modSp new del mod">
        <pc:chgData name="Ram Chimariya" userId="edbd90b31bedb0bc" providerId="LiveId" clId="{F5414D1F-49C1-4B77-8B2F-E68061972F26}" dt="2026-02-20T16:41:07.187" v="206" actId="2696"/>
        <pc:sldMkLst>
          <pc:docMk/>
          <pc:sldMk cId="1140934653" sldId="267"/>
        </pc:sldMkLst>
        <pc:picChg chg="add mod">
          <ac:chgData name="Ram Chimariya" userId="edbd90b31bedb0bc" providerId="LiveId" clId="{F5414D1F-49C1-4B77-8B2F-E68061972F26}" dt="2026-02-20T16:36:20.128" v="189" actId="1076"/>
          <ac:picMkLst>
            <pc:docMk/>
            <pc:sldMk cId="1140934653" sldId="267"/>
            <ac:picMk id="3" creationId="{30FC5BF9-A8FC-9B8A-AD1B-E120A9C53041}"/>
          </ac:picMkLst>
        </pc:picChg>
      </pc:sldChg>
      <pc:sldChg chg="addSp modSp new mod">
        <pc:chgData name="Ram Chimariya" userId="edbd90b31bedb0bc" providerId="LiveId" clId="{F5414D1F-49C1-4B77-8B2F-E68061972F26}" dt="2026-02-20T16:41:36.590" v="209" actId="14100"/>
        <pc:sldMkLst>
          <pc:docMk/>
          <pc:sldMk cId="1066772662" sldId="268"/>
        </pc:sldMkLst>
        <pc:picChg chg="add mod modCrop">
          <ac:chgData name="Ram Chimariya" userId="edbd90b31bedb0bc" providerId="LiveId" clId="{F5414D1F-49C1-4B77-8B2F-E68061972F26}" dt="2026-02-20T16:40:21.567" v="198" actId="14100"/>
          <ac:picMkLst>
            <pc:docMk/>
            <pc:sldMk cId="1066772662" sldId="268"/>
            <ac:picMk id="3" creationId="{0E8F462D-3CF8-2844-4174-DDAAFA4D21B9}"/>
          </ac:picMkLst>
        </pc:picChg>
        <pc:picChg chg="add mod modCrop">
          <ac:chgData name="Ram Chimariya" userId="edbd90b31bedb0bc" providerId="LiveId" clId="{F5414D1F-49C1-4B77-8B2F-E68061972F26}" dt="2026-02-20T16:41:36.590" v="209" actId="14100"/>
          <ac:picMkLst>
            <pc:docMk/>
            <pc:sldMk cId="1066772662" sldId="268"/>
            <ac:picMk id="4" creationId="{2F86BBC4-950E-2A62-1B21-69174912F9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D02D-42E9-A1E0-DDD0-A2D6CD92B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82DD2-6AED-5BDB-5C5B-5D2BFA140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F9373-DA01-94CB-575C-B9B68346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FCB8-3009-F3A7-8337-CD1DEA7F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E25FB-3E2F-6EDA-50F5-0D95F318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64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36D2-24C0-5F0E-C7BB-A3964211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94EB-88B3-16FA-F4CE-ADBED6A89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E48C7-5266-810B-79AE-302547BE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B1C1-D744-C6B3-8DCD-97739D97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3E1EC-2A01-53CF-479C-335CD6F6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36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F111-9CE5-6F73-03A5-B37D1CDD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BFBFD-D44D-F948-4B63-2B10CE530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CC546-85D6-2937-AE49-000C9636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1545-05A4-DCBE-84C3-22B37AC5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0D15F-7D89-C770-BC8D-9BF0619B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98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60D0-F830-3F08-9C7C-1DBA370C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E550-3DF5-FB7D-1EBE-E82A6ECE4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DFEB0-B0B0-DFCF-7857-F015D986F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CB1C0-B6D5-98FE-4BF5-203FD027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81BC-B7BE-960E-0140-A3100D69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0E14F-1AF7-9B4A-AC54-F71BB774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9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54CF-27E8-8174-10DA-891AC059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65428-C874-DCA2-ECF0-99D17742E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0FE65-26BC-FE8A-50C1-C9428FB8B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3E748-C8C5-5AB9-B95C-0C4989FB0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77773F-3910-5584-D112-64CA6B427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60B2C-EC73-757D-8AA1-638CCAD0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77D365-BB39-DB5E-0EC8-1CDC577B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38A58-F6FF-1F34-D085-A61C1636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64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9FE2-1303-62F7-654B-41E9399F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C3F4B-43CA-E9CE-9F4D-403D3771F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5E1A4-892B-29E8-CF88-500F7E1D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CD6C4-4998-83C7-0E6E-F1F6F6FC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42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FC3F8-3D3E-0B4D-428F-6CA45F7E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3495E-2CFC-0598-56DD-E7ABB9E4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8E704-C876-1375-C0FE-00B9239F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25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8EC8-E6D9-F772-AAB8-4059F8F2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32B6-63CF-7B81-20D4-810E27E8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3D05-F2F5-8B4B-B18F-0FDA74577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16DB2-D674-CB6B-8CFC-E891227C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7414B-B100-0A92-EF03-EF18901B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64BF1-9670-57B0-9861-29E7F440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27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53CC-8085-5D6D-16E1-272351A5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621A6-3AAA-6A99-F391-020DB0A47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5430D-0BEB-34B7-6D89-E4A6A4267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73320-FE7F-75D7-1C53-910F7772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91F94-C117-B704-C150-DE9EB8A9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B5EC2-3AAD-2A93-9A1B-398B9A36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2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3387-4916-8A60-58D8-07CE7647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AF2AA-DF36-60F9-F96E-5FE8FADA9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D0DA-6496-B4EA-07EE-98833A03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15C0-281D-12D3-47DE-B089834A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C8AC9-96BC-90D4-BC73-9CBF9ECF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3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730B3-A481-4611-98A3-47D597829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1DB88-4F77-7F02-609A-565EC2930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5AB0F-4DB2-32BF-9B5E-A007FC32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01360-AE96-2775-D7AE-726150EE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3618-31B0-9308-BEED-1DE72584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86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47B0D-4C76-8F1F-2E91-F2C0951D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7C58-38F4-DF1A-9601-A8029EE7C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6969E-8445-8B12-6B08-07DAF558F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D9166-6E3A-4963-8823-F86AF3DB248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0CF92-3E17-32F7-C0F1-8C7BF44BF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FE3D-E6EB-61FC-D8D8-5ADE7D37B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7AF4E-8133-493C-9B1E-D2B34B360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78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19DFD8-F57B-CC2D-F780-4B6734B26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305077-7702-DFA7-933A-EC6D2CA004CE}"/>
              </a:ext>
            </a:extLst>
          </p:cNvPr>
          <p:cNvSpPr txBox="1"/>
          <p:nvPr/>
        </p:nvSpPr>
        <p:spPr>
          <a:xfrm>
            <a:off x="757084" y="265471"/>
            <a:ext cx="609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Project Presentation</a:t>
            </a:r>
          </a:p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</a:p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Building Basic Calculator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D413C-356A-CE79-5C30-966B9719E7EE}"/>
              </a:ext>
            </a:extLst>
          </p:cNvPr>
          <p:cNvSpPr txBox="1"/>
          <p:nvPr/>
        </p:nvSpPr>
        <p:spPr>
          <a:xfrm>
            <a:off x="668594" y="3283974"/>
            <a:ext cx="2674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to</a:t>
            </a:r>
          </a:p>
          <a:p>
            <a:r>
              <a:rPr lang="en-IN" dirty="0" err="1"/>
              <a:t>NextHikes</a:t>
            </a:r>
            <a:r>
              <a:rPr lang="en-IN" dirty="0"/>
              <a:t> IT Solutions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2F6B6-F781-037D-54E2-3D5A1C1EA3A7}"/>
              </a:ext>
            </a:extLst>
          </p:cNvPr>
          <p:cNvSpPr txBox="1"/>
          <p:nvPr/>
        </p:nvSpPr>
        <p:spPr>
          <a:xfrm>
            <a:off x="3893574" y="4591665"/>
            <a:ext cx="233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</a:t>
            </a:r>
          </a:p>
          <a:p>
            <a:r>
              <a:rPr lang="en-IN" dirty="0"/>
              <a:t>Ram Chimariya</a:t>
            </a:r>
          </a:p>
        </p:txBody>
      </p:sp>
    </p:spTree>
    <p:extLst>
      <p:ext uri="{BB962C8B-B14F-4D97-AF65-F5344CB8AC3E}">
        <p14:creationId xmlns:p14="http://schemas.microsoft.com/office/powerpoint/2010/main" val="167533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612304-0CEB-E2D8-5B43-BA697A8CA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4095EB-4A94-1436-A65D-537DA151D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379" y="1120877"/>
            <a:ext cx="4242621" cy="573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5371-2C5F-EC00-7D9A-9C963478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64E40-1F4F-7DC5-57B6-CABA618F6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05B957-6B28-DDD9-FBC4-EDC11121D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632" y="2672080"/>
            <a:ext cx="4562168" cy="382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504B-2CC1-4B6D-A9F2-0560E122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7897B-B5CD-B3C2-C0CF-56E887CFA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077252-8821-87C7-F236-F80DE79B6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61" r="64167"/>
          <a:stretch>
            <a:fillRect/>
          </a:stretch>
        </p:blipFill>
        <p:spPr>
          <a:xfrm>
            <a:off x="568960" y="5537200"/>
            <a:ext cx="5527040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6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6B141-4206-4DA5-0279-0CDFC5C21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A5CBC-947D-D1C2-0F72-86E82C816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0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30B8-A32E-524D-18D4-8127334E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CAF3C-58C4-8013-858A-DA87496C1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1D107C-5E2D-C611-24BE-93E5AC8BB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50" t="-65" r="11083" b="92055"/>
          <a:stretch>
            <a:fillRect/>
          </a:stretch>
        </p:blipFill>
        <p:spPr>
          <a:xfrm>
            <a:off x="6461760" y="5913121"/>
            <a:ext cx="5516880" cy="94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59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F462D-3CF8-2844-4174-DDAAFA4D2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41" r="101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86BBC4-950E-2A62-1B21-69174912F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"/>
          <a:stretch>
            <a:fillRect/>
          </a:stretch>
        </p:blipFill>
        <p:spPr>
          <a:xfrm>
            <a:off x="0" y="1920240"/>
            <a:ext cx="711200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Chimariya</dc:creator>
  <cp:lastModifiedBy>Ram Chimariya</cp:lastModifiedBy>
  <cp:revision>1</cp:revision>
  <dcterms:created xsi:type="dcterms:W3CDTF">2026-02-19T17:33:33Z</dcterms:created>
  <dcterms:modified xsi:type="dcterms:W3CDTF">2026-02-20T16:41:36Z</dcterms:modified>
</cp:coreProperties>
</file>